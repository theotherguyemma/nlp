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AfriSenti Multilingual Sentiment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Swahili | Amharic |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(README)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AfriSenti Multilingual Sentiment Analysis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This workspace contains a Jupyter notebook `AfriSenti_sentiment_analysis.ipynb` that performs EDA, preprocessing, modeling (XLM-R/AfriBERTa fine-tuning and an LSTM baseline), evaluation, ablations, and cross-lingual experiments on the AfriSenti Twitter dataset (Swahili, Amharic, English).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How to use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Create a Python 3.8+ environment and install dependencies: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 pip install -r requirements.txt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Place AfriSenti dataset files (CSV/JSON) in `data/` or use the Hugging Face `datasets` loader if you have network access.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Open `AfriSenti_sentiment_analysis.ipynb` in Jupyter/Colab and run cells sequentially. GPU is recommended for fine-tuning.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Files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`AfriSenti_sentiment_analysis.ipynb`: Notebook scaffold for experiments.</a:t>
            </a:r>
          </a:p>
          <a:p>
            <a:pPr>
              <a:defRPr sz="1400"/>
            </a:pPr>
            <a:r>
              <a:t>- `requirements.txt`: Python package requirements.</a:t>
            </a:r>
          </a:p>
          <a:p>
            <a:pPr>
              <a:defRPr sz="1400"/>
            </a:pPr>
            <a:r>
              <a:t>- `REPORT.md`: Short report summarizing dataset, models, results, and insights (created after running experiments).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Notes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The notebook contains placeholders for dataset paths and model checkpoints. If you want me to wire the notebook to download AfriSenti automatically from a specific URL or HF dataset id, tell me the exact dataset id or provide the files and I'l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(Truncated; see REPORT.md for full details)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 Report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Short Report: AfriSenti Multilingual Sentiment Analysis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(Placeholder) This report will be populated after running the notebook experiments. It will include: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Dataset overview: number of tweets, language breakdown (Swahili, Amharic, English), and label distributions.</a:t>
            </a:r>
          </a:p>
          <a:p>
            <a:pPr>
              <a:defRPr sz="1400"/>
            </a:pPr>
            <a:r>
              <a:t>- Model architectures: BiLSTM baseline and XLM-R/AfriBERTa fine-tuning details.</a:t>
            </a:r>
          </a:p>
          <a:p>
            <a:pPr>
              <a:defRPr sz="1400"/>
            </a:pPr>
            <a:r>
              <a:t>- Training setup: hyperparameters, early stopping, gradient clipping, and training curves.</a:t>
            </a:r>
          </a:p>
          <a:p>
            <a:pPr>
              <a:defRPr sz="1400"/>
            </a:pPr>
            <a:r>
              <a:t>- Evaluation: accuracy, macro F1, per-class F1, ROC-AUC, confusion matrices, and per-language breakdown.</a:t>
            </a:r>
          </a:p>
          <a:p>
            <a:pPr>
              <a:defRPr sz="1400"/>
            </a:pPr>
            <a:r>
              <a:t>- Ablation study results: effect of batch size, learning rate, and sequence length.</a:t>
            </a:r>
          </a:p>
          <a:p>
            <a:pPr>
              <a:defRPr sz="1400"/>
            </a:pPr>
            <a:r>
              <a:t>- Cross-lingual transfer: train-on-Swahili, test-on-English/Amharic results and analysis.</a:t>
            </a:r>
          </a:p>
          <a:p>
            <a:pPr>
              <a:defRPr sz="1400"/>
            </a:pPr>
            <a:r>
              <a:t>- Conclusions and recommendations for production deployment and further work.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I'll populate this file with results and figures once the notebook experiments are executed.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eda_char_len_dist</a:t>
            </a:r>
          </a:p>
        </p:txBody>
      </p:sp>
      <p:pic>
        <p:nvPicPr>
          <p:cNvPr id="3" name="Picture 2" descr="eda_char_le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eda_label_dist</a:t>
            </a:r>
          </a:p>
        </p:txBody>
      </p:sp>
      <p:pic>
        <p:nvPicPr>
          <p:cNvPr id="3" name="Picture 2" descr="eda_label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eda_lang_dist</a:t>
            </a:r>
          </a:p>
        </p:txBody>
      </p:sp>
      <p:pic>
        <p:nvPicPr>
          <p:cNvPr id="3" name="Picture 2" descr="eda_lang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eda_token_len_dist</a:t>
            </a:r>
          </a:p>
        </p:txBody>
      </p:sp>
      <p:pic>
        <p:nvPicPr>
          <p:cNvPr id="3" name="Picture 2" descr="eda_token_le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(src/preprocess.py)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"""Text preprocessing utilities: normalize, remove URLs, mentions, hashtags, emojis, slang mapping."""</a:t>
            </a:r>
          </a:p>
          <a:p>
            <a:pPr>
              <a:defRPr sz="1200"/>
            </a:pPr>
            <a:r>
              <a:t>import re</a:t>
            </a:r>
          </a:p>
          <a:p>
            <a:pPr>
              <a:defRPr sz="1200"/>
            </a:pPr>
            <a:r>
              <a:t>import unicodedata</a:t>
            </a:r>
          </a:p>
          <a:p>
            <a:pPr>
              <a:defRPr sz="1200"/>
            </a:pPr>
            <a:r>
              <a:t>try:</a:t>
            </a:r>
          </a:p>
          <a:p>
            <a:pPr>
              <a:defRPr sz="1200"/>
            </a:pPr>
            <a:r>
              <a:t>    from emoji import demojize as _demojize</a:t>
            </a:r>
          </a:p>
          <a:p>
            <a:pPr>
              <a:defRPr sz="1200"/>
            </a:pPr>
            <a:r>
              <a:t>except Exception:</a:t>
            </a:r>
          </a:p>
          <a:p>
            <a:pPr>
              <a:defRPr sz="1200"/>
            </a:pPr>
            <a:r>
              <a:t>    # emoji package not available; fallback to identity</a:t>
            </a:r>
          </a:p>
          <a:p>
            <a:pPr>
              <a:defRPr sz="1200"/>
            </a:pPr>
            <a:r>
              <a:t>    def _demojize(x):</a:t>
            </a:r>
          </a:p>
          <a:p>
            <a:pPr>
              <a:defRPr sz="1200"/>
            </a:pPr>
            <a:r>
              <a:t>        return x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SLANG_MAP = {</a:t>
            </a:r>
          </a:p>
          <a:p>
            <a:pPr>
              <a:defRPr sz="1200"/>
            </a:pPr>
            <a:r>
              <a:t>    "u": "you",</a:t>
            </a:r>
          </a:p>
          <a:p>
            <a:pPr>
              <a:defRPr sz="1200"/>
            </a:pPr>
            <a:r>
              <a:t>    "ur": "your",</a:t>
            </a:r>
          </a:p>
          <a:p>
            <a:pPr>
              <a:defRPr sz="1200"/>
            </a:pPr>
            <a:r>
              <a:t>    "plz": "please",</a:t>
            </a:r>
          </a:p>
          <a:p>
            <a:pPr>
              <a:defRPr sz="1200"/>
            </a:pPr>
            <a:r>
              <a:t>    "pls": "please",</a:t>
            </a:r>
          </a:p>
          <a:p>
            <a:pPr>
              <a:defRPr sz="1200"/>
            </a:pPr>
            <a:r>
              <a:t>    "lol": "laughing",</a:t>
            </a:r>
          </a:p>
          <a:p>
            <a:pPr>
              <a:defRPr sz="1200"/>
            </a:pPr>
            <a:r>
              <a:t>    "omg": "oh my god",</a:t>
            </a:r>
          </a:p>
          <a:p>
            <a:pPr>
              <a:defRPr sz="1200"/>
            </a:pPr>
            <a:r>
              <a:t>    # add more as needed</a:t>
            </a:r>
          </a:p>
          <a:p>
            <a:pPr>
              <a:defRPr sz="1200"/>
            </a:pPr>
            <a:r>
              <a:t>}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# ... (truncated)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Tokenizers (src/tokenize_utils.py)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"""Tokenizers for multilingual models (mBERT, XLM-R, AfriBERTa)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Provides helper to get tokenizer and to batch-tokenize texts with caching option.</a:t>
            </a:r>
          </a:p>
          <a:p>
            <a:pPr>
              <a:defRPr sz="1200"/>
            </a:pPr>
            <a:r>
              <a:t>"""</a:t>
            </a:r>
          </a:p>
          <a:p>
            <a:pPr>
              <a:defRPr sz="1200"/>
            </a:pPr>
            <a:r>
              <a:t>from transformers import AutoTokenizer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MODEL_MAP = {</a:t>
            </a:r>
          </a:p>
          <a:p>
            <a:pPr>
              <a:defRPr sz="1200"/>
            </a:pPr>
            <a:r>
              <a:t>    'mbert': 'bert-base-multilingual-cased',</a:t>
            </a:r>
          </a:p>
          <a:p>
            <a:pPr>
              <a:defRPr sz="1200"/>
            </a:pPr>
            <a:r>
              <a:t>    'xlm-roberta': 'xlm-roberta-base',</a:t>
            </a:r>
          </a:p>
          <a:p>
            <a:pPr>
              <a:defRPr sz="1200"/>
            </a:pPr>
            <a:r>
              <a:t>    # placeholder for AfriBERTa; user can replace with a checkpoint id</a:t>
            </a:r>
          </a:p>
          <a:p>
            <a:pPr>
              <a:defRPr sz="1200"/>
            </a:pPr>
            <a:r>
              <a:t>    'afriberta': 'microsoft/afriberta-base'</a:t>
            </a:r>
          </a:p>
          <a:p>
            <a:pPr>
              <a:defRPr sz="1200"/>
            </a:pPr>
            <a:r>
              <a:t>}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def get_tokenizer(model_key='xlm-roberta', use_fast=True):</a:t>
            </a:r>
          </a:p>
          <a:p>
            <a:pPr>
              <a:defRPr sz="1200"/>
            </a:pPr>
            <a:r>
              <a:t>    model_id = MODEL_MAP.get(model_key, model_key)</a:t>
            </a:r>
          </a:p>
          <a:p>
            <a:pPr>
              <a:defRPr sz="1200"/>
            </a:pPr>
            <a:r>
              <a:t>    tokenizer = AutoTokenizer.from_pretrained(model_id, use_fast=use_fast)</a:t>
            </a:r>
          </a:p>
          <a:p>
            <a:pPr>
              <a:defRPr sz="1200"/>
            </a:pPr>
            <a:r>
              <a:t>    return tokenizer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def batch_tokenize(tokenizer, texts, max_length=128, truncation=True, padding='longest'):</a:t>
            </a:r>
          </a:p>
          <a:p>
            <a:pPr>
              <a:defRPr sz="1200"/>
            </a:pPr>
            <a:r>
              <a:t>    return tokenizer(texts, truncation=truncation, padding=padding, max_length=max_length)</a:t>
            </a:r>
          </a:p>
          <a:p>
            <a:pPr>
              <a:defRPr sz="1200"/>
            </a:pPr>
            <a:r>
              <a:t># ... (truncated)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(src/models.py)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"""Model definitions: BiLSTM baseline and Transformer wrapper for fine-tuning."""</a:t>
            </a:r>
          </a:p>
          <a:p>
            <a:pPr>
              <a:defRPr sz="1200"/>
            </a:pPr>
            <a:r>
              <a:t>import torch</a:t>
            </a:r>
          </a:p>
          <a:p>
            <a:pPr>
              <a:defRPr sz="1200"/>
            </a:pPr>
            <a:r>
              <a:t>import torch.nn as nn</a:t>
            </a:r>
          </a:p>
          <a:p>
            <a:pPr>
              <a:defRPr sz="1200"/>
            </a:pPr>
            <a:r>
              <a:t>from transformers import AutoModel, AutoConfig, AutoModelForSequenceClassification</a:t>
            </a:r>
          </a:p>
          <a:p>
            <a:pPr>
              <a:defRPr sz="1200"/>
            </a:pPr>
          </a:p>
          <a:p>
            <a:pPr>
              <a:defRPr sz="1200"/>
            </a:pPr>
          </a:p>
          <a:p>
            <a:pPr>
              <a:defRPr sz="1200"/>
            </a:pPr>
            <a:r>
              <a:t>class BiLSTMClassifier(nn.Module):</a:t>
            </a:r>
          </a:p>
          <a:p>
            <a:pPr>
              <a:defRPr sz="1200"/>
            </a:pPr>
            <a:r>
              <a:t>    def __init__(self, vocab_size=None, embedding_dim=300, hidden_dim=256, num_layers=1, dropout=0.3, num_classes=3, embeddings=None):</a:t>
            </a:r>
          </a:p>
          <a:p>
            <a:pPr>
              <a:defRPr sz="1200"/>
            </a:pPr>
            <a:r>
              <a:t>        super().__init__()</a:t>
            </a:r>
          </a:p>
          <a:p>
            <a:pPr>
              <a:defRPr sz="1200"/>
            </a:pPr>
            <a:r>
              <a:t>        if embeddings is not None:</a:t>
            </a:r>
          </a:p>
          <a:p>
            <a:pPr>
              <a:defRPr sz="1200"/>
            </a:pPr>
            <a:r>
              <a:t>            self.embedding = nn.Embedding.from_pretrained(embeddings, freeze=False)</a:t>
            </a:r>
          </a:p>
          <a:p>
            <a:pPr>
              <a:defRPr sz="1200"/>
            </a:pPr>
            <a:r>
              <a:t>        else:</a:t>
            </a:r>
          </a:p>
          <a:p>
            <a:pPr>
              <a:defRPr sz="1200"/>
            </a:pPr>
            <a:r>
              <a:t>            if vocab_size is None:</a:t>
            </a:r>
          </a:p>
          <a:p>
            <a:pPr>
              <a:defRPr sz="1200"/>
            </a:pPr>
            <a:r>
              <a:t>                raise ValueError('vocab_size required if embeddings not provided')</a:t>
            </a:r>
          </a:p>
          <a:p>
            <a:pPr>
              <a:defRPr sz="1200"/>
            </a:pPr>
            <a:r>
              <a:t>            self.embedding = nn.Embedding(vocab_size, embedding_dim)</a:t>
            </a:r>
          </a:p>
          <a:p>
            <a:pPr>
              <a:defRPr sz="1200"/>
            </a:pPr>
            <a:r>
              <a:t>        self.bilstm = nn.LSTM(self.embedding.embedding_dim, hidden_dim, num_layers=num_layers, bidirectional=True, batch_first=True)</a:t>
            </a:r>
          </a:p>
          <a:p>
            <a:pPr>
              <a:defRPr sz="1200"/>
            </a:pPr>
            <a:r>
              <a:t>        self.dropout = nn.Dropout(dropout)</a:t>
            </a:r>
          </a:p>
          <a:p>
            <a:pPr>
              <a:defRPr sz="1200"/>
            </a:pPr>
            <a:r>
              <a:t>        self.classifier = nn.Linear(hidden_dim * 2, num_classes)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    def forward(self, input_ids, attention_mask=None):</a:t>
            </a:r>
          </a:p>
          <a:p>
            <a:pPr>
              <a:defRPr sz="1200"/>
            </a:pPr>
            <a:r>
              <a:t># ... (truncated)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script (src/run_all.py)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"""Example orchestration script showing how to run EDA, preprocessing, tokenization, training and evaluation.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This is a convenience script — for full experiments, run from a notebook and adjust paths and hyperparameters.</a:t>
            </a:r>
          </a:p>
          <a:p>
            <a:pPr>
              <a:defRPr sz="1200"/>
            </a:pPr>
            <a:r>
              <a:t>"""</a:t>
            </a:r>
          </a:p>
          <a:p>
            <a:pPr>
              <a:defRPr sz="1200"/>
            </a:pPr>
            <a:r>
              <a:t>import os</a:t>
            </a:r>
          </a:p>
          <a:p>
            <a:pPr>
              <a:defRPr sz="1200"/>
            </a:pPr>
            <a:r>
              <a:t>from data_exploration import load_afrisenti, simple_eda</a:t>
            </a:r>
          </a:p>
          <a:p>
            <a:pPr>
              <a:defRPr sz="1200"/>
            </a:pPr>
            <a:r>
              <a:t>from preprocess import simple_clean</a:t>
            </a:r>
          </a:p>
          <a:p>
            <a:pPr>
              <a:defRPr sz="1200"/>
            </a:pPr>
            <a:r>
              <a:t>from tokenize_utils import get_tokenizer</a:t>
            </a:r>
          </a:p>
          <a:p>
            <a:pPr>
              <a:defRPr sz="1200"/>
            </a:pPr>
            <a:r>
              <a:t>from dataset import SentimentDataset, collate_fn</a:t>
            </a:r>
          </a:p>
          <a:p>
            <a:pPr>
              <a:defRPr sz="1200"/>
            </a:pPr>
            <a:r>
              <a:t>from models import TransformerClassifier</a:t>
            </a:r>
          </a:p>
          <a:p>
            <a:pPr>
              <a:defRPr sz="1200"/>
            </a:pPr>
            <a:r>
              <a:t>from train import Trainer</a:t>
            </a:r>
          </a:p>
          <a:p>
            <a:pPr>
              <a:defRPr sz="1200"/>
            </a:pPr>
            <a:r>
              <a:t>from eval_utils import compute_metrics, plot_confusion, compute_roc_auc</a:t>
            </a:r>
          </a:p>
          <a:p>
            <a:pPr>
              <a:defRPr sz="1200"/>
            </a:pPr>
            <a:r>
              <a:t>from torch.utils.data import DataLoader</a:t>
            </a:r>
          </a:p>
          <a:p>
            <a:pPr>
              <a:defRPr sz="1200"/>
            </a:pPr>
            <a:r>
              <a:t>import torch</a:t>
            </a:r>
          </a:p>
          <a:p>
            <a:pPr>
              <a:defRPr sz="1200"/>
            </a:pPr>
          </a:p>
          <a:p>
            <a:pPr>
              <a:defRPr sz="1200"/>
            </a:pPr>
          </a:p>
          <a:p>
            <a:pPr>
              <a:defRPr sz="1200"/>
            </a:pPr>
            <a:r>
              <a:t>def small_run(data_dir='data', model_key='xlm-roberta', max_length=128, batch_size=16, epochs=3):</a:t>
            </a:r>
          </a:p>
          <a:p>
            <a:pPr>
              <a:defRPr sz="1200"/>
            </a:pPr>
            <a:r>
              <a:t>    print('Loading data...')</a:t>
            </a:r>
          </a:p>
          <a:p>
            <a:pPr>
              <a:defRPr sz="1200"/>
            </a:pPr>
            <a:r>
              <a:t>    df = load_afrisenti(data_dir=data_dir)</a:t>
            </a:r>
          </a:p>
          <a:p>
            <a:pPr>
              <a:defRPr sz="1200"/>
            </a:pPr>
            <a:r>
              <a:t>    print('Running EDA...')</a:t>
            </a:r>
          </a:p>
          <a:p>
            <a:pPr>
              <a:defRPr sz="1200"/>
            </a:pPr>
            <a:r>
              <a:t># ... (truncated)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When you run the notebook, save artifacts:</a:t>
            </a:r>
          </a:p>
          <a:p>
            <a:pPr>
              <a:defRPr sz="1400"/>
            </a:pPr>
            <a:r>
              <a:t>- Model checkpoint: best_xlmroberta.pt</a:t>
            </a:r>
          </a:p>
          <a:p>
            <a:pPr>
              <a:defRPr sz="1400"/>
            </a:pPr>
            <a:r>
              <a:t>- Tokenizer: tokenizer.save_pretrained(path)</a:t>
            </a:r>
          </a:p>
          <a:p>
            <a:pPr>
              <a:defRPr sz="1400"/>
            </a:pPr>
            <a:r>
              <a:t>- EDA plots: saved as PNGs in project root or data/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Run the presentation generator and attach the generated PPTX to reports or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
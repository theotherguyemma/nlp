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Swahili Speech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Preprocessing • Modeling (CNN/Wav2Vec2) • Evaluation • Robustness • Exploration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Task: Classify Swahili speech (keywords/intents).</a:t>
            </a:r>
          </a:p>
          <a:p>
            <a:pPr>
              <a:defRPr sz="1800"/>
            </a:pPr>
            <a:r>
              <a:t>Datasets: Common Voice (Swahili) or Swahili Words Parallel Dataset.</a:t>
            </a:r>
          </a:p>
          <a:p>
            <a:pPr>
              <a:defRPr sz="1800"/>
            </a:pPr>
            <a:r>
              <a:t>Deliverables: Notebook, Report, and Slide Deck with comparisons and plots.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Audio sampled near 16 kHz; variable durations.</a:t>
            </a:r>
          </a:p>
          <a:p>
            <a:pPr>
              <a:defRPr sz="1800"/>
            </a:pPr>
            <a:r>
              <a:t>Labels: derive keyword classes or use folder-based labels.</a:t>
            </a:r>
          </a:p>
          <a:p>
            <a:pPr>
              <a:defRPr sz="1800"/>
            </a:pPr>
            <a:r>
              <a:t>Inspect sample rate, duration, and label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[Figure not found: None]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Resample to 16 kHz; normalize features.</a:t>
            </a:r>
          </a:p>
          <a:p>
            <a:pPr>
              <a:defRPr sz="1800"/>
            </a:pPr>
            <a:r>
              <a:t>Extract MFCC and Mel-spectrograms.</a:t>
            </a:r>
          </a:p>
          <a:p>
            <a:pPr>
              <a:defRPr sz="1800"/>
            </a:pPr>
            <a:r>
              <a:t>Augment with noise and pitch shifts; optional time-stretch.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Waveform &amp; Mel-spectrogram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[Figure not found: None]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1D CNN over MFCC/Mel features (Conv-ReLU-Pool).</a:t>
            </a:r>
          </a:p>
          <a:p>
            <a:pPr>
              <a:defRPr sz="1800"/>
            </a:pPr>
            <a:r>
              <a:t>Wav2Vec2 fine-tuning (classification head).</a:t>
            </a:r>
          </a:p>
          <a:p>
            <a:pPr>
              <a:defRPr sz="1800"/>
            </a:pPr>
            <a:r>
              <a:t>Experiment with conv layers, kernel sizes, activations.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&amp;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Train 10–15 epochs; monitor train/val loss.</a:t>
            </a:r>
          </a:p>
          <a:p>
            <a:pPr>
              <a:defRPr sz="1800"/>
            </a:pPr>
            <a:r>
              <a:t>Apply dropout, early stopping, and LR scheduling.</a:t>
            </a:r>
          </a:p>
          <a:p>
            <a:pPr>
              <a:defRPr sz="1800"/>
            </a:pPr>
            <a:r>
              <a:t>Hyperparameter search on architecture and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Training Losses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[Figure not found: None]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Metrics: Accuracy, Macro-F1, Confusion Matrix.</a:t>
            </a:r>
          </a:p>
          <a:p>
            <a:pPr>
              <a:defRPr sz="1800"/>
            </a:pPr>
            <a:r>
              <a:t>Embedding visualization via PCA and t-SNE.</a:t>
            </a:r>
          </a:p>
          <a:p>
            <a:pPr>
              <a:defRPr sz="1800"/>
            </a:pPr>
            <a:r>
              <a:t>Compare CNN vs Wav2Vec2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[Figure not found: None]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 (PCA &amp; t-SNE)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[Figure not found: None]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Exploration &amp;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Sampling rates: 8 kHz vs 16 kHz.</a:t>
            </a:r>
          </a:p>
          <a:p>
            <a:pPr>
              <a:defRPr sz="1800"/>
            </a:pPr>
            <a:r>
              <a:t>Mel resolution: 40, 64, 128 bins.</a:t>
            </a:r>
          </a:p>
          <a:p>
            <a:pPr>
              <a:defRPr sz="1800"/>
            </a:pPr>
            <a:r>
              <a:t>Attempt transfer learning from English Common Voice.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SR/Mel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[Figure not found: None]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893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Accuracy and training time across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(Random Forest)</a:t>
            </a:r>
          </a:p>
        </p:txBody>
      </p:sp>
      <p:pic>
        <p:nvPicPr>
          <p:cNvPr id="3" name="Picture 2" descr="confusion_matrix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9664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Confusion matrix for Random Forest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(SVM)</a:t>
            </a:r>
          </a:p>
        </p:txBody>
      </p:sp>
      <p:pic>
        <p:nvPicPr>
          <p:cNvPr id="3" name="Picture 2" descr="confusion_matrix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9664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Confusion matrix for SVM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&amp; 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Augmentations improve noise/pitch resilience.</a:t>
            </a:r>
          </a:p>
          <a:p>
            <a:pPr>
              <a:defRPr sz="1800"/>
            </a:pPr>
            <a:r>
              <a:t>Speaker-wise splits for fair evaluation.</a:t>
            </a:r>
          </a:p>
          <a:p>
            <a:pPr>
              <a:defRPr sz="1800"/>
            </a:pPr>
            <a:r>
              <a:t>Test-time augmentation and domain shifts (devices/environments).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Extension: ASR + Sentiment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ASR to transcribe Swahili (Whisper / Wav2Vec2).</a:t>
            </a:r>
          </a:p>
          <a:p>
            <a:pPr>
              <a:defRPr sz="1800"/>
            </a:pPr>
            <a:r>
              <a:t>Optional translation (Sw → En).</a:t>
            </a:r>
          </a:p>
          <a:p>
            <a:pPr>
              <a:defRPr sz="1800"/>
            </a:pPr>
            <a:r>
              <a:t>Sentiment model on text output.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Attribution &amp; Licensing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Figures generated from experiments in this project.</a:t>
            </a:r>
          </a:p>
          <a:p>
            <a:pPr>
              <a:defRPr sz="1800"/>
            </a:pPr>
            <a:r>
              <a:t>Dataset: Mozilla Common Voice (Swahili) — Clips licensed CC0 1.0.</a:t>
            </a:r>
          </a:p>
          <a:p>
            <a:pPr>
              <a:defRPr sz="1800"/>
            </a:pPr>
            <a:r>
              <a:t>Ensure any external images used are properly licensed and attributed.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CNN is a solid baseline; Wav2Vec2 excels with GPU/data.</a:t>
            </a:r>
          </a:p>
          <a:p>
            <a:pPr>
              <a:defRPr sz="1800"/>
            </a:pPr>
            <a:r>
              <a:t>Refine label schema and expand datasets.</a:t>
            </a:r>
          </a:p>
          <a:p>
            <a:pPr>
              <a:defRPr sz="1800"/>
            </a:pPr>
            <a:r>
              <a:t>Deploy robust evaluation and production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